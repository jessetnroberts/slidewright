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</c:v>
                </c:pt>
                <c:pt idx="1">
                  <c:v>78</c:v>
                </c:pt>
                <c:pt idx="2">
                  <c:v>94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 what the bias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ytorch.org/docs/stable/nn.html" TargetMode="Externa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Neural networks from scratch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4200 · Week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layer computes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Multiply inputs by weights</a:t>
            </a:r>
          </a:p>
          <a:p>
            <a:r>
              <a:t>Add a </a:t>
            </a:r>
            <a:r>
              <a:rPr b="1">
                <a:solidFill>
                  <a:srgbClr val="E0407A"/>
                </a:solidFill>
              </a:rPr>
              <a:t>bias</a:t>
            </a:r>
          </a:p>
          <a:p>
            <a:pPr lvl="1"/>
            <a:r>
              <a:t>One output per neuron</a:t>
            </a:r>
          </a:p>
          <a:p>
            <a:r>
              <a:rPr>
                <a:hlinkClick r:id="rId2"/>
              </a:rPr>
              <a:t>Read more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743200" cy="1371600"/>
          </a:xfrm>
          <a:prstGeom prst="roundRect">
            <a:avLst/>
          </a:prstGeom>
          <a:solidFill>
            <a:srgbClr val="DCE5FA"/>
          </a:solidFill>
          <a:ln>
            <a:solidFill>
              <a:srgbClr val="25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Input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2514600"/>
            <a:ext cx="3657600" cy="228600"/>
          </a:xfrm>
          <a:prstGeom prst="line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1800000">
            <a:off x="9601200" y="4572000"/>
            <a:ext cx="1371600" cy="109728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914400" y="4572000"/>
            <a:ext cx="2286000" cy="914400"/>
            <a:chOff x="914400" y="4572000"/>
            <a:chExt cx="2286000" cy="914400"/>
          </a:xfrm>
        </p:grpSpPr>
        <p:sp>
          <p:nvSpPr>
            <p:cNvPr id="8" name="Rectangle 7"/>
            <p:cNvSpPr/>
            <p:nvPr/>
          </p:nvSpPr>
          <p:spPr>
            <a:xfrm>
              <a:off x="914400" y="45720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286000" y="45720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</a:t>
              </a: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Pictures</a:t>
            </a:r>
          </a:p>
        </p:txBody>
      </p:sp>
      <p:pic>
        <p:nvPicPr>
          <p:cNvPr id="3" name="Picture 2" descr="Pink and blue hal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1828800"/>
          </a:xfrm>
          <a:prstGeom prst="rect">
            <a:avLst/>
          </a:prstGeom>
        </p:spPr>
      </p:pic>
      <p:pic>
        <p:nvPicPr>
          <p:cNvPr id="4" name="Picture 3" descr="Pink half only"/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64008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